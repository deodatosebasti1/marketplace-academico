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905"/>
    <p:restoredTop sz="94612"/>
  </p:normalViewPr>
  <p:slideViewPr>
    <p:cSldViewPr snapToGrid="0">
      <p:cViewPr>
        <p:scale>
          <a:sx n="78" d="100"/>
          <a:sy n="78" d="100"/>
        </p:scale>
        <p:origin x="1352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A894D-FF61-C942-A2AB-0C959DE7E939}" type="datetimeFigureOut">
              <a:rPr lang="pt-PT" smtClean="0"/>
              <a:t>15/10/25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4DA3B-3F54-1A4C-84EF-180A82B0D22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129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4DA3B-3F54-1A4C-84EF-180A82B0D22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893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B055BBD-60E9-4B9B-EBED-A4742A9F9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007" y="1502007"/>
            <a:ext cx="3853985" cy="3853985"/>
          </a:xfrm>
          <a:prstGeom prst="rect">
            <a:avLst/>
          </a:prstGeom>
        </p:spPr>
      </p:pic>
      <p:pic>
        <p:nvPicPr>
          <p:cNvPr id="6" name="Imagem 5" descr="Uma imagem com texto, Tipo de letra, cartão de visita, logótipo&#10;&#10;Os conteúdos gerados por IA podem estar incorretos.">
            <a:extLst>
              <a:ext uri="{FF2B5EF4-FFF2-40B4-BE49-F238E27FC236}">
                <a16:creationId xmlns:a16="http://schemas.microsoft.com/office/drawing/2014/main" id="{83F46451-90EC-44B6-1899-D96969B80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53" y="501806"/>
            <a:ext cx="2808163" cy="66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2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276AF-220D-3301-2514-CA235C66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INTEGRANTES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CD9A06-71BF-11FB-08E3-E46D0F543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DEODATO SEBASTIÃO LUZAYADIO</a:t>
            </a:r>
          </a:p>
          <a:p>
            <a:r>
              <a:rPr lang="pt-PT" dirty="0"/>
              <a:t>JEOVANI ANTÔNIO</a:t>
            </a:r>
          </a:p>
          <a:p>
            <a:r>
              <a:rPr lang="pt-PT" dirty="0"/>
              <a:t>JURANDI BENDINHA</a:t>
            </a:r>
          </a:p>
        </p:txBody>
      </p:sp>
    </p:spTree>
    <p:extLst>
      <p:ext uri="{BB962C8B-B14F-4D97-AF65-F5344CB8AC3E}">
        <p14:creationId xmlns:p14="http://schemas.microsoft.com/office/powerpoint/2010/main" val="119131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2639C-E1E2-9B33-95F5-CFB36668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FBDE82-816E-3FD5-17EF-0234F9E5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O projeto </a:t>
            </a:r>
            <a:r>
              <a:rPr lang="pt-PT" i="1" dirty="0"/>
              <a:t>Marketplace Académico</a:t>
            </a:r>
            <a:r>
              <a:rPr lang="pt-PT" dirty="0"/>
              <a:t> surge da necessidade de criar uma aplicação móvel que permita a estudantes e docentes comprarem, venderem e trocarem produtos ou serviços dentro da comunidade universitária.</a:t>
            </a:r>
            <a:br>
              <a:rPr lang="pt-PT" dirty="0"/>
            </a:br>
            <a:r>
              <a:rPr lang="pt-PT" dirty="0"/>
              <a:t>Atualmente, essas trocas são feitas em grupos informais, sem segurança ou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273678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863B4-150B-EDB2-42EF-1FEF024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Problema Identificado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63410D-2526-CF91-D28A-4FF549F1F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8447" y="2688833"/>
            <a:ext cx="62536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 de uma plataforma centralizada e segura para trocas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académicas.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Dificuldade de encontrar produtos e serviços relevantes.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 de confiança entre utilizadores.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Desorganização em grupos de WhatsApp e redes sociais.</a:t>
            </a:r>
          </a:p>
        </p:txBody>
      </p:sp>
    </p:spTree>
    <p:extLst>
      <p:ext uri="{BB962C8B-B14F-4D97-AF65-F5344CB8AC3E}">
        <p14:creationId xmlns:p14="http://schemas.microsoft.com/office/powerpoint/2010/main" val="341999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3A94E-4F94-AA49-86F6-F37FE02D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156270"/>
            <a:ext cx="3560706" cy="2545460"/>
          </a:xfrm>
        </p:spPr>
        <p:txBody>
          <a:bodyPr/>
          <a:lstStyle/>
          <a:p>
            <a:r>
              <a:rPr lang="pt-PT" dirty="0"/>
              <a:t>OBJETIVOS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5734AEC-CFB3-A1F3-EEDF-EFA333C18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Objetivo Geral:</a:t>
            </a:r>
            <a:br>
              <a:rPr lang="pt-PT" dirty="0"/>
            </a:br>
            <a:r>
              <a:rPr lang="pt-PT" dirty="0"/>
              <a:t>Desenvolver uma aplicação móvel que facilite a compra, venda e troca de produtos e serviços no ambiente académico.</a:t>
            </a:r>
          </a:p>
          <a:p>
            <a:r>
              <a:rPr lang="pt-PT" b="1" dirty="0"/>
              <a:t>Objetivos Específicos:</a:t>
            </a:r>
            <a:endParaRPr lang="pt-PT" dirty="0"/>
          </a:p>
          <a:p>
            <a:pPr fontAlgn="base"/>
            <a:r>
              <a:rPr lang="pt-PT" dirty="0"/>
              <a:t>Implementar autenticação de usuário (registro/login). </a:t>
            </a:r>
          </a:p>
          <a:p>
            <a:pPr fontAlgn="base"/>
            <a:r>
              <a:rPr lang="pt-PT" dirty="0"/>
              <a:t>Permitir a postagem, edição e exclusão de anúncios. </a:t>
            </a:r>
          </a:p>
          <a:p>
            <a:pPr fontAlgn="base"/>
            <a:r>
              <a:rPr lang="pt-PT" dirty="0"/>
              <a:t>Lista de Produtos/Serviços com opção de busca. </a:t>
            </a:r>
          </a:p>
          <a:p>
            <a:pPr fontAlgn="base"/>
            <a:r>
              <a:rPr lang="pt-PT" dirty="0"/>
              <a:t>Permitir que o comprador e o vendedor interajam diretamente. •</a:t>
            </a:r>
          </a:p>
          <a:p>
            <a:pPr fontAlgn="base"/>
            <a:r>
              <a:rPr lang="pt-PT" dirty="0"/>
              <a:t> Manter a interface fácil e responsiva.</a:t>
            </a:r>
          </a:p>
        </p:txBody>
      </p:sp>
    </p:spTree>
    <p:extLst>
      <p:ext uri="{BB962C8B-B14F-4D97-AF65-F5344CB8AC3E}">
        <p14:creationId xmlns:p14="http://schemas.microsoft.com/office/powerpoint/2010/main" val="6382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16CEC-49A4-ABAE-4105-6602386F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15" y="1969478"/>
            <a:ext cx="3798277" cy="3130060"/>
          </a:xfrm>
        </p:spPr>
        <p:txBody>
          <a:bodyPr>
            <a:normAutofit/>
          </a:bodyPr>
          <a:lstStyle/>
          <a:p>
            <a:r>
              <a:rPr lang="pt-PT" sz="2000" dirty="0"/>
              <a:t>Permite que novos utilizadores criem uma conta com e-mail e palavra-passe, garantindo acesso seguro à aplicação.</a:t>
            </a:r>
            <a:br>
              <a:rPr lang="pt-PT" sz="2000" dirty="0"/>
            </a:br>
            <a:r>
              <a:rPr lang="pt-PT" sz="2000" dirty="0"/>
              <a:t>.</a:t>
            </a:r>
          </a:p>
        </p:txBody>
      </p:sp>
      <p:pic>
        <p:nvPicPr>
          <p:cNvPr id="5" name="Marcador de Posição de Conteúdo 4" descr="Uma imagem com texto, Gráficos, design, encarnado&#10;&#10;Os conteúdos gerados por IA podem estar incorretos.">
            <a:extLst>
              <a:ext uri="{FF2B5EF4-FFF2-40B4-BE49-F238E27FC236}">
                <a16:creationId xmlns:a16="http://schemas.microsoft.com/office/drawing/2014/main" id="{22238193-F13F-2AE4-DDB0-2D227B832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6081" y="1459523"/>
            <a:ext cx="2128439" cy="4608781"/>
          </a:xfrm>
        </p:spPr>
      </p:pic>
      <p:pic>
        <p:nvPicPr>
          <p:cNvPr id="7" name="Imagem 6" descr="Uma imagem com texto, captura de ecrã, Tipo de letra, design&#10;&#10;Os conteúdos gerados por IA podem estar incorretos.">
            <a:extLst>
              <a:ext uri="{FF2B5EF4-FFF2-40B4-BE49-F238E27FC236}">
                <a16:creationId xmlns:a16="http://schemas.microsoft.com/office/drawing/2014/main" id="{8F42010E-4CC4-CD7B-50A5-AD007B3EE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952" y="1497582"/>
            <a:ext cx="2128439" cy="460878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8A934D2-C59F-1562-C91F-9DE6BE281FBA}"/>
              </a:ext>
            </a:extLst>
          </p:cNvPr>
          <p:cNvSpPr txBox="1"/>
          <p:nvPr/>
        </p:nvSpPr>
        <p:spPr>
          <a:xfrm>
            <a:off x="791308" y="982488"/>
            <a:ext cx="3798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solidFill>
                  <a:srgbClr val="FF0000"/>
                </a:solidFill>
              </a:rPr>
              <a:t>Registo e Autenticação de Utilizadores</a:t>
            </a:r>
          </a:p>
        </p:txBody>
      </p:sp>
      <p:pic>
        <p:nvPicPr>
          <p:cNvPr id="13" name="Imagem 12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BCCC249A-87F3-EE86-CCBA-B4030BD88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016" y="1459523"/>
            <a:ext cx="2128440" cy="460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5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665D3-4834-1197-F322-85346D3B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sz="2000" dirty="0"/>
              <a:t>Os utilizadores podem publicar produtos ou serviços adicionando título, descrição, categoria, preço e imagens.</a:t>
            </a:r>
            <a:br>
              <a:rPr lang="pt-PT" sz="2000" dirty="0"/>
            </a:br>
            <a:r>
              <a:rPr lang="pt-PT" sz="2000" dirty="0"/>
              <a:t>Também podem </a:t>
            </a:r>
            <a:r>
              <a:rPr lang="pt-PT" sz="2000" b="1" dirty="0"/>
              <a:t>editar informações</a:t>
            </a:r>
            <a:r>
              <a:rPr lang="pt-PT" sz="2000" dirty="0"/>
              <a:t> ou </a:t>
            </a:r>
            <a:r>
              <a:rPr lang="pt-PT" sz="2000" b="1" dirty="0"/>
              <a:t>eliminar anúncios antigos</a:t>
            </a:r>
            <a:r>
              <a:rPr lang="pt-PT" sz="2000" dirty="0"/>
              <a:t>, mantendo os seus conteúdos sempre atualizados.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EA78C7-6BC5-1F5B-1F0C-34EDE91A27FE}"/>
              </a:ext>
            </a:extLst>
          </p:cNvPr>
          <p:cNvSpPr txBox="1"/>
          <p:nvPr/>
        </p:nvSpPr>
        <p:spPr>
          <a:xfrm>
            <a:off x="791308" y="982488"/>
            <a:ext cx="3798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solidFill>
                  <a:srgbClr val="FF0000"/>
                </a:solidFill>
              </a:rPr>
              <a:t>Criação, Edição e Eliminação de Anúncios</a:t>
            </a:r>
          </a:p>
        </p:txBody>
      </p:sp>
      <p:pic>
        <p:nvPicPr>
          <p:cNvPr id="7" name="Imagem 6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25E1B727-D06E-47A7-1FC9-1934257E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82488"/>
            <a:ext cx="2271842" cy="4919296"/>
          </a:xfrm>
          <a:prstGeom prst="rect">
            <a:avLst/>
          </a:prstGeom>
        </p:spPr>
      </p:pic>
      <p:pic>
        <p:nvPicPr>
          <p:cNvPr id="9" name="Imagem 8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E113DEBD-79E4-A8C4-116E-291564839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089" y="982488"/>
            <a:ext cx="2271842" cy="491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2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7C2B7-01D5-590A-7646-95F98DAD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1800" dirty="0"/>
              <a:t>Inclui uma barra de pesquisa e filtros por </a:t>
            </a:r>
            <a:r>
              <a:rPr lang="pt-PT" sz="1800" b="1" dirty="0"/>
              <a:t>categoria, preço, localização ou tipo de serviço</a:t>
            </a:r>
            <a:r>
              <a:rPr lang="pt-PT" sz="1800" dirty="0"/>
              <a:t>, permitindo encontrar rapidamente o que se procura.</a:t>
            </a:r>
            <a:br>
              <a:rPr lang="pt-PT" sz="1800" dirty="0"/>
            </a:br>
            <a:r>
              <a:rPr lang="pt-PT" sz="1800" dirty="0"/>
              <a:t>Esta funcionalidade melhora a navegação e a experiência do utilizador dentro do </a:t>
            </a:r>
            <a:r>
              <a:rPr lang="pt-PT" sz="1800" dirty="0" err="1"/>
              <a:t>marketplace</a:t>
            </a:r>
            <a:endParaRPr lang="pt-PT" sz="1800" dirty="0"/>
          </a:p>
        </p:txBody>
      </p:sp>
      <p:pic>
        <p:nvPicPr>
          <p:cNvPr id="6" name="Marcador de Posição de Conteúdo 5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AFA9BA3F-CFE1-F535-6882-E5B64B5BC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2116" y="804862"/>
            <a:ext cx="2423772" cy="5248275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84F7A92-5AAE-E5D2-2038-0349BBFDAA94}"/>
              </a:ext>
            </a:extLst>
          </p:cNvPr>
          <p:cNvSpPr txBox="1"/>
          <p:nvPr/>
        </p:nvSpPr>
        <p:spPr>
          <a:xfrm>
            <a:off x="791308" y="982488"/>
            <a:ext cx="3798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solidFill>
                  <a:srgbClr val="FF0000"/>
                </a:solidFill>
              </a:rPr>
              <a:t>Pesquisa e Filtros de Produtos e Serviços</a:t>
            </a:r>
          </a:p>
        </p:txBody>
      </p:sp>
      <p:pic>
        <p:nvPicPr>
          <p:cNvPr id="8" name="Imagem 7" descr="Uma imagem com texto, captura de ecrã, modelo&#10;&#10;Os conteúdos gerados por IA podem estar incorretos.">
            <a:extLst>
              <a:ext uri="{FF2B5EF4-FFF2-40B4-BE49-F238E27FC236}">
                <a16:creationId xmlns:a16="http://schemas.microsoft.com/office/drawing/2014/main" id="{8C79CE06-890A-E256-C066-2DF2C04FD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199" y="804862"/>
            <a:ext cx="2423773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2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5C816-4C43-4616-DAD3-C92EA81B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2400" dirty="0"/>
              <a:t>Implementado com </a:t>
            </a:r>
            <a:r>
              <a:rPr lang="pt-PT" sz="2400" b="1" dirty="0" err="1"/>
              <a:t>Firebase</a:t>
            </a:r>
            <a:r>
              <a:rPr lang="pt-PT" sz="2400" dirty="0"/>
              <a:t>, assegura mensagens em tempo real e comunicação direta.</a:t>
            </a:r>
            <a:br>
              <a:rPr lang="pt-PT" sz="2400" dirty="0"/>
            </a:br>
            <a:endParaRPr lang="pt-PT" sz="2400" dirty="0"/>
          </a:p>
        </p:txBody>
      </p:sp>
      <p:pic>
        <p:nvPicPr>
          <p:cNvPr id="10" name="Marcador de Posição de Conteúdo 9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6630EA97-2AD4-B51B-872B-139913DE7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9540" y="804862"/>
            <a:ext cx="2423772" cy="5248275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FE8F6B8-C197-97FB-A42D-CAB1A6241DD4}"/>
              </a:ext>
            </a:extLst>
          </p:cNvPr>
          <p:cNvSpPr txBox="1"/>
          <p:nvPr/>
        </p:nvSpPr>
        <p:spPr>
          <a:xfrm>
            <a:off x="791308" y="982488"/>
            <a:ext cx="3798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Comunicação entre Utilizadores (Chat / Contacto Direto)</a:t>
            </a:r>
          </a:p>
        </p:txBody>
      </p:sp>
      <p:pic>
        <p:nvPicPr>
          <p:cNvPr id="12" name="Imagem 11" descr="Uma imagem com texto, captura de ecrã, Página web, Website&#10;&#10;Os conteúdos gerados por IA podem estar incorretos.">
            <a:extLst>
              <a:ext uri="{FF2B5EF4-FFF2-40B4-BE49-F238E27FC236}">
                <a16:creationId xmlns:a16="http://schemas.microsoft.com/office/drawing/2014/main" id="{7CF81419-0222-C88D-83C2-4BAB0FF8A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943" y="804862"/>
            <a:ext cx="2423772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67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42862-40A1-9B4D-565B-8C7BCD8B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2000" dirty="0"/>
              <a:t>Os utilizadores podem </a:t>
            </a:r>
            <a:r>
              <a:rPr lang="pt-PT" sz="2000" b="1" dirty="0"/>
              <a:t>guardar anúncios como favoritos</a:t>
            </a:r>
            <a:r>
              <a:rPr lang="pt-PT" sz="2000" dirty="0"/>
              <a:t> para consultar mais tarde e </a:t>
            </a:r>
            <a:r>
              <a:rPr lang="pt-PT" sz="2000" b="1" dirty="0"/>
              <a:t>gerir o seu perfil pessoal</a:t>
            </a:r>
            <a:r>
              <a:rPr lang="pt-PT" sz="2000" dirty="0"/>
              <a:t>, alterando nome, foto e informações de contacto.</a:t>
            </a:r>
            <a:br>
              <a:rPr lang="pt-PT" sz="2000" dirty="0"/>
            </a:br>
            <a:r>
              <a:rPr lang="pt-PT" sz="2000" dirty="0"/>
              <a:t>Esta funcionalidade torna a experiência mais personalizada e intuitiva.</a:t>
            </a:r>
            <a:br>
              <a:rPr lang="pt-PT" sz="2000" dirty="0"/>
            </a:br>
            <a:endParaRPr lang="pt-PT" sz="2000" dirty="0"/>
          </a:p>
        </p:txBody>
      </p:sp>
      <p:pic>
        <p:nvPicPr>
          <p:cNvPr id="6" name="Marcador de Posição de Conteúdo 5" descr="Uma imagem com texto, captura de ecrã, Cara humana&#10;&#10;Os conteúdos gerados por IA podem estar incorretos.">
            <a:extLst>
              <a:ext uri="{FF2B5EF4-FFF2-40B4-BE49-F238E27FC236}">
                <a16:creationId xmlns:a16="http://schemas.microsoft.com/office/drawing/2014/main" id="{32CA63A1-8942-B03F-09B5-99B0F4A0E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0315" y="982488"/>
            <a:ext cx="2275734" cy="4927723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870460B-3770-CEF1-48CD-5CC3D07F977C}"/>
              </a:ext>
            </a:extLst>
          </p:cNvPr>
          <p:cNvSpPr txBox="1"/>
          <p:nvPr/>
        </p:nvSpPr>
        <p:spPr>
          <a:xfrm>
            <a:off x="791308" y="982488"/>
            <a:ext cx="3798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solidFill>
                  <a:srgbClr val="FF0000"/>
                </a:solidFill>
              </a:rPr>
              <a:t>Favoritos e Gestão de Perfil</a:t>
            </a:r>
          </a:p>
        </p:txBody>
      </p:sp>
      <p:pic>
        <p:nvPicPr>
          <p:cNvPr id="8" name="Imagem 7" descr="Uma imagem com texto, captura de ecrã, número, Tipo de letra&#10;&#10;Os conteúdos gerados por IA podem estar incorretos.">
            <a:extLst>
              <a:ext uri="{FF2B5EF4-FFF2-40B4-BE49-F238E27FC236}">
                <a16:creationId xmlns:a16="http://schemas.microsoft.com/office/drawing/2014/main" id="{7F5CB6B8-249D-A349-EF67-02570C2A1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389" y="964903"/>
            <a:ext cx="2275734" cy="4927722"/>
          </a:xfrm>
          <a:prstGeom prst="rect">
            <a:avLst/>
          </a:prstGeom>
        </p:spPr>
      </p:pic>
      <p:pic>
        <p:nvPicPr>
          <p:cNvPr id="10" name="Imagem 9" descr="Uma imagem com texto, captura de ecrã, Publicidade online, Website&#10;&#10;Os conteúdos gerados por IA podem estar incorretos.">
            <a:extLst>
              <a:ext uri="{FF2B5EF4-FFF2-40B4-BE49-F238E27FC236}">
                <a16:creationId xmlns:a16="http://schemas.microsoft.com/office/drawing/2014/main" id="{1E11254E-FDAC-5EA9-5FE7-248BD1F91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06" y="989908"/>
            <a:ext cx="2275734" cy="492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08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diagrama, Esquema, Desenho técnico, file&#10;&#10;Os conteúdos gerados por IA podem estar incorretos.">
            <a:extLst>
              <a:ext uri="{FF2B5EF4-FFF2-40B4-BE49-F238E27FC236}">
                <a16:creationId xmlns:a16="http://schemas.microsoft.com/office/drawing/2014/main" id="{20B90282-C509-5669-AA0C-2F6E25E5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5" y="1421423"/>
            <a:ext cx="9357270" cy="476836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223755-79D6-97C8-8C24-7B085D1FEA8A}"/>
              </a:ext>
            </a:extLst>
          </p:cNvPr>
          <p:cNvSpPr txBox="1"/>
          <p:nvPr/>
        </p:nvSpPr>
        <p:spPr>
          <a:xfrm>
            <a:off x="1417365" y="668215"/>
            <a:ext cx="3798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solidFill>
                  <a:srgbClr val="FF0000"/>
                </a:solidFill>
              </a:rPr>
              <a:t>DIAGRAMA DE DADOS</a:t>
            </a:r>
          </a:p>
        </p:txBody>
      </p:sp>
    </p:spTree>
    <p:extLst>
      <p:ext uri="{BB962C8B-B14F-4D97-AF65-F5344CB8AC3E}">
        <p14:creationId xmlns:p14="http://schemas.microsoft.com/office/powerpoint/2010/main" val="225583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34DC1-F193-035F-7E4A-1FF58F68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81130D8-D245-5951-B737-98922A483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</a:t>
            </a:r>
            <a:r>
              <a:rPr lang="pt-PT" i="1" dirty="0"/>
              <a:t>Marketplace Académico</a:t>
            </a:r>
            <a:r>
              <a:rPr lang="pt-PT" dirty="0"/>
              <a:t> oferece uma solução prática e segura para compra e venda entre estudantes e docentes.</a:t>
            </a:r>
            <a:br>
              <a:rPr lang="pt-PT" dirty="0"/>
            </a:br>
            <a:r>
              <a:rPr lang="pt-PT" dirty="0"/>
              <a:t>A aplicação integra </a:t>
            </a:r>
            <a:r>
              <a:rPr lang="pt-PT" b="1" dirty="0"/>
              <a:t>Spring </a:t>
            </a:r>
            <a:r>
              <a:rPr lang="pt-PT" b="1" dirty="0" err="1"/>
              <a:t>Boot</a:t>
            </a:r>
            <a:r>
              <a:rPr lang="pt-PT" dirty="0"/>
              <a:t> e </a:t>
            </a:r>
            <a:r>
              <a:rPr lang="pt-PT" b="1" dirty="0" err="1"/>
              <a:t>Kotlin</a:t>
            </a:r>
            <a:r>
              <a:rPr lang="pt-PT" b="1" dirty="0"/>
              <a:t> Jetpack </a:t>
            </a:r>
            <a:r>
              <a:rPr lang="pt-PT" b="1" dirty="0" err="1"/>
              <a:t>Compose</a:t>
            </a:r>
            <a:r>
              <a:rPr lang="pt-PT" dirty="0"/>
              <a:t>, promovendo organização, comunicação e reutilização de recursos dentro da comunidade académica.</a:t>
            </a:r>
            <a:br>
              <a:rPr lang="pt-PT" dirty="0"/>
            </a:br>
            <a:r>
              <a:rPr lang="pt-PT" dirty="0"/>
              <a:t>No futuro, poderá incluir novas funções como </a:t>
            </a:r>
            <a:r>
              <a:rPr lang="pt-PT" b="1" dirty="0"/>
              <a:t>avaliações, </a:t>
            </a:r>
            <a:r>
              <a:rPr lang="pt-PT" b="1" dirty="0" err="1"/>
              <a:t>geolocalização</a:t>
            </a:r>
            <a:r>
              <a:rPr lang="pt-PT" b="1" dirty="0"/>
              <a:t> e versão web</a:t>
            </a:r>
            <a:r>
              <a:rPr lang="pt-PT" dirty="0"/>
              <a:t>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814261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838</TotalTime>
  <Words>412</Words>
  <Application>Microsoft Macintosh PowerPoint</Application>
  <PresentationFormat>Ecrã Panorâmico</PresentationFormat>
  <Paragraphs>34</Paragraphs>
  <Slides>12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 Light</vt:lpstr>
      <vt:lpstr>Rockwell</vt:lpstr>
      <vt:lpstr>Wingdings</vt:lpstr>
      <vt:lpstr>Atlas</vt:lpstr>
      <vt:lpstr>Apresentação do PowerPoint</vt:lpstr>
      <vt:lpstr>INTEGRANTES</vt:lpstr>
      <vt:lpstr>INTRODUÇÃO</vt:lpstr>
      <vt:lpstr>Problema Identificado</vt:lpstr>
      <vt:lpstr>OBJETIVOS</vt:lpstr>
      <vt:lpstr>Permite que novos utilizadores criem uma conta com e-mail e palavra-passe, garantindo acesso seguro à aplicação. .</vt:lpstr>
      <vt:lpstr>Os utilizadores podem publicar produtos ou serviços adicionando título, descrição, categoria, preço e imagens. Também podem editar informações ou eliminar anúncios antigos, mantendo os seus conteúdos sempre atualizados.</vt:lpstr>
      <vt:lpstr>Inclui uma barra de pesquisa e filtros por categoria, preço, localização ou tipo de serviço, permitindo encontrar rapidamente o que se procura. Esta funcionalidade melhora a navegação e a experiência do utilizador dentro do marketplace</vt:lpstr>
      <vt:lpstr>Implementado com Firebase, assegura mensagens em tempo real e comunicação direta. </vt:lpstr>
      <vt:lpstr>Os utilizadores podem guardar anúncios como favoritos para consultar mais tarde e gerir o seu perfil pessoal, alterando nome, foto e informações de contacto. Esta funcionalidade torna a experiência mais personalizada e intuitiva. </vt:lpstr>
      <vt:lpstr>Apresentação do PowerPoint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Deodato Luzayadio</dc:creator>
  <cp:lastModifiedBy>Deodato Luzayadio</cp:lastModifiedBy>
  <cp:revision>6</cp:revision>
  <dcterms:created xsi:type="dcterms:W3CDTF">2025-10-13T15:13:29Z</dcterms:created>
  <dcterms:modified xsi:type="dcterms:W3CDTF">2025-10-15T13:57:47Z</dcterms:modified>
</cp:coreProperties>
</file>