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85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7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89"/>
    <p:restoredTop sz="94612"/>
  </p:normalViewPr>
  <p:slideViewPr>
    <p:cSldViewPr snapToGrid="0">
      <p:cViewPr varScale="1">
        <p:scale>
          <a:sx n="104" d="100"/>
          <a:sy n="104" d="100"/>
        </p:scale>
        <p:origin x="24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A0CE4-E6F9-FF4C-BEA8-8FEA511DE81A}" type="datetimeFigureOut">
              <a:rPr lang="pt-PT" smtClean="0"/>
              <a:t>25/11/25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1E71A-66F5-6141-B729-28C559A415D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450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1E71A-66F5-6141-B729-28C559A415D5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4480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92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9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43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3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26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2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56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10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38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73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334D819-9F07-4261-B09B-9E467E5D9002}" type="datetimeFigureOut">
              <a:rPr lang="en-US" smtClean="0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766878-3199-4EAB-94E7-2D6D11070E14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03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1166BDB-410D-DC41-4704-1E71E5AAE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3450" y="5040086"/>
            <a:ext cx="4270271" cy="482325"/>
          </a:xfrm>
        </p:spPr>
        <p:txBody>
          <a:bodyPr>
            <a:normAutofit/>
          </a:bodyPr>
          <a:lstStyle/>
          <a:p>
            <a:r>
              <a:rPr lang="pt-PT" dirty="0"/>
              <a:t>Projeto de Desenvolvimento Movel</a:t>
            </a:r>
          </a:p>
        </p:txBody>
      </p:sp>
      <p:pic>
        <p:nvPicPr>
          <p:cNvPr id="8" name="Imagem 7" descr="Uma imagem com texto, Tipo de letra, cartão de visita, logótipo&#10;&#10;Os conteúdos gerados por IA podem estar incorretos.">
            <a:extLst>
              <a:ext uri="{FF2B5EF4-FFF2-40B4-BE49-F238E27FC236}">
                <a16:creationId xmlns:a16="http://schemas.microsoft.com/office/drawing/2014/main" id="{5EB38CA6-9103-8C05-8110-8B4DDAC99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5" y="131827"/>
            <a:ext cx="2593450" cy="610585"/>
          </a:xfrm>
          <a:prstGeom prst="rect">
            <a:avLst/>
          </a:prstGeom>
        </p:spPr>
      </p:pic>
      <p:pic>
        <p:nvPicPr>
          <p:cNvPr id="10" name="Imagem 9" descr="Uma imagem com texto, clipart, branco, design&#10;&#10;Os conteúdos gerados por IA podem estar incorretos.">
            <a:extLst>
              <a:ext uri="{FF2B5EF4-FFF2-40B4-BE49-F238E27FC236}">
                <a16:creationId xmlns:a16="http://schemas.microsoft.com/office/drawing/2014/main" id="{3D9A5701-2D40-770B-DC57-25EDB588B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500" y="1817914"/>
            <a:ext cx="3222172" cy="3222172"/>
          </a:xfrm>
          <a:prstGeom prst="rect">
            <a:avLst/>
          </a:prstGeom>
        </p:spPr>
      </p:pic>
      <p:sp>
        <p:nvSpPr>
          <p:cNvPr id="15" name="Subtítulo 2">
            <a:extLst>
              <a:ext uri="{FF2B5EF4-FFF2-40B4-BE49-F238E27FC236}">
                <a16:creationId xmlns:a16="http://schemas.microsoft.com/office/drawing/2014/main" id="{9845A578-2AE5-05A0-2F7A-93E641177FAC}"/>
              </a:ext>
            </a:extLst>
          </p:cNvPr>
          <p:cNvSpPr txBox="1">
            <a:spLocks/>
          </p:cNvSpPr>
          <p:nvPr/>
        </p:nvSpPr>
        <p:spPr>
          <a:xfrm>
            <a:off x="2593450" y="5380896"/>
            <a:ext cx="4270271" cy="4823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Grupo - 11</a:t>
            </a:r>
          </a:p>
        </p:txBody>
      </p:sp>
    </p:spTree>
    <p:extLst>
      <p:ext uri="{BB962C8B-B14F-4D97-AF65-F5344CB8AC3E}">
        <p14:creationId xmlns:p14="http://schemas.microsoft.com/office/powerpoint/2010/main" val="19113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EA7F8-B2E3-02C5-ECA7-278DC906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IDEIA DO PROJETO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F895D76-4F3F-4007-4346-D64013CD9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CDF5836-EE45-8C92-ADCC-E595E871365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56032" y="3962673"/>
            <a:ext cx="283464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dirty="0"/>
              <a:t>Uma aplicação móvel desenvolvida para a comunidade académica, que permite comprar e vender produtos e serviços entre estudantes, docentes e funcionários. Dentro do Núcleo Acadêmico.</a:t>
            </a:r>
          </a:p>
        </p:txBody>
      </p:sp>
      <p:pic>
        <p:nvPicPr>
          <p:cNvPr id="8" name="Imagem 7" descr="Uma imagem com texto, Gráficos, design, encarnado&#10;&#10;Os conteúdos gerados por IA podem estar incorretos.">
            <a:extLst>
              <a:ext uri="{FF2B5EF4-FFF2-40B4-BE49-F238E27FC236}">
                <a16:creationId xmlns:a16="http://schemas.microsoft.com/office/drawing/2014/main" id="{D876AD3C-E9F5-6086-6FB5-E988C2E27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330" y="765833"/>
            <a:ext cx="2585077" cy="532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DA5A1-D76E-30B5-33F4-CF8BCE12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Problema e Solução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283D138-0760-9B8B-65E3-B46B7EB8E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Problema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B84DB88-536E-66FE-3E51-0A908EA3814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67912" y="1657017"/>
            <a:ext cx="364679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PT" altLang="pt-PT" sz="1800" dirty="0">
              <a:latin typeface="+mn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1800" dirty="0">
                <a:latin typeface="+mn-lt"/>
              </a:rPr>
              <a:t>Estudantes usam grupos informais (WhatsApp, Facebook, </a:t>
            </a:r>
            <a:r>
              <a:rPr lang="pt-PT" altLang="pt-PT" sz="1800" dirty="0" err="1">
                <a:latin typeface="+mn-lt"/>
              </a:rPr>
              <a:t>Telegram</a:t>
            </a:r>
            <a:r>
              <a:rPr lang="pt-PT" altLang="pt-PT" sz="1800" dirty="0">
                <a:latin typeface="+mn-lt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1800" dirty="0">
                <a:latin typeface="+mn-lt"/>
              </a:rPr>
              <a:t>Há falta de organização, segurança e filtragem.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1800" dirty="0">
                <a:latin typeface="+mn-lt"/>
              </a:rPr>
              <a:t>Dificuldade em encontrar produtos relevantes e verificar vendedores.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800" dirty="0">
                <a:latin typeface="+mn-lt"/>
              </a:rPr>
              <a:t>Necessidade: uma app que centralize todas as trocas dentro da comunidade académica.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E571DBB-9C12-EC9A-BC33-AB8CE66EB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dirty="0"/>
              <a:t>Solução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C064BA3-312B-FD5C-3505-2C5A33948CEC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818463" y="1934016"/>
            <a:ext cx="34747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App exclusiva para a comunidade académica.</a:t>
            </a:r>
            <a:b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✅ Publicação e pesquisa de anúncios com imagens.</a:t>
            </a:r>
            <a:b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✅ Filtros por categoria, preço e data.</a:t>
            </a:r>
            <a:b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✅ Chat integrado para negociação direta.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502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9782E-8423-D960-3460-1CEF7EFE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8"/>
            <a:ext cx="2947482" cy="1137224"/>
          </a:xfrm>
        </p:spPr>
        <p:txBody>
          <a:bodyPr>
            <a:normAutofit fontScale="90000"/>
          </a:bodyPr>
          <a:lstStyle/>
          <a:p>
            <a:r>
              <a:rPr lang="pt-PT" dirty="0"/>
              <a:t>O que já esta feito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38D95E77-BDFE-D17A-9246-E67AF13DA9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31820" y="863790"/>
            <a:ext cx="2304573" cy="5121275"/>
          </a:xfrm>
        </p:spPr>
      </p:pic>
      <p:pic>
        <p:nvPicPr>
          <p:cNvPr id="8" name="Marcador de Posição de Conteúdo 7" descr="Uma imagem com texto, captura de ecrã, encarnado, modelo&#10;&#10;Os conteúdos gerados por IA podem estar incorretos.">
            <a:extLst>
              <a:ext uri="{FF2B5EF4-FFF2-40B4-BE49-F238E27FC236}">
                <a16:creationId xmlns:a16="http://schemas.microsoft.com/office/drawing/2014/main" id="{AC4F35B7-182E-DB3A-F6A7-C188DFEAA9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58740" y="863790"/>
            <a:ext cx="2304573" cy="5121275"/>
          </a:xfr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5251F49B-BAC9-CCB1-5401-8D1EDF046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919" y="3572825"/>
            <a:ext cx="29474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PT" altLang="pt-PT" dirty="0">
                <a:solidFill>
                  <a:schemeClr val="bg1"/>
                </a:solidFill>
                <a:cs typeface="Times New Roman" panose="02020603050405020304" pitchFamily="18" charset="0"/>
              </a:rPr>
              <a:t>I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nterface principal funcional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Base de dados relacional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Mockups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Times New Roman" panose="02020603050405020304" pitchFamily="18" charset="0"/>
            </a:endParaRPr>
          </a:p>
        </p:txBody>
      </p:sp>
      <p:pic>
        <p:nvPicPr>
          <p:cNvPr id="4" name="Imagem 3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7045021F-E623-D177-F0D0-22CD22C8A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412" y="868363"/>
            <a:ext cx="2304573" cy="512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9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76671-2013-B543-B46E-BBF5A3AE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EM DESENVOLVIMENTO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E68503-10D5-D7A3-D7C0-013E22F38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2401" y="1349232"/>
            <a:ext cx="4133425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🔹 Implementação do chat e sistema de mensagens.</a:t>
            </a:r>
            <a:br>
              <a:rPr kumimoji="0" lang="pt-PT" altLang="pt-P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PT" altLang="pt-PT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🔹 Integração de notificações internas.</a:t>
            </a:r>
            <a:br>
              <a:rPr kumimoji="0" lang="pt-PT" altLang="pt-P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PT" altLang="pt-PT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🔹 Filtros avançados e favoritos.</a:t>
            </a:r>
            <a:br>
              <a:rPr kumimoji="0" lang="pt-PT" altLang="pt-P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PT" altLang="pt-PT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🔹 Autenticação com JWT e segurança reforçada.</a:t>
            </a:r>
            <a:b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0132AD-87BF-390D-41E0-D4B76E570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827" y="3429000"/>
            <a:ext cx="2551053" cy="255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1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BA854-AB28-ED5F-AEA3-E0B1E395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PERSONAS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B9F75EF-C86D-76C2-56E9-6E51E15B93D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18035" y="1375291"/>
            <a:ext cx="34747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Sofia Andrade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Estudante universitária.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Quer vender livros e acessórios usados.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Procura uma plataforma segura e rápida para estudantes.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8D49852-AE56-62A5-0D91-6C7B1B54081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8201369" y="1375291"/>
            <a:ext cx="330396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Miguel Ferreira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Estudante de Gestão.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Compra materiais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Valoriza confiança e praticidade nas trocas.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016DE7D-2D7B-BAC2-EE51-8BC7DB022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071" y="3683615"/>
            <a:ext cx="2438400" cy="24384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7D9CFC-8C83-586A-6DB9-20C1E0348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369" y="3683615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94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659F9-7F8C-61C6-0A9A-382A2B68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11740B-9DE0-08E9-00CA-9B06EB29A0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79131" y="1539336"/>
            <a:ext cx="72084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 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Marketplace Académico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encontra-se parcialmente funcional, com </a:t>
            </a:r>
            <a:r>
              <a:rPr kumimoji="0" lang="pt-PT" altLang="pt-P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frontend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e base de dados completos.</a:t>
            </a:r>
            <a:b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 próximo passo é a integração final com o backend e o sistema de chat.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 objetivo final é entregar uma aplicação 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intuitiva, segura e prática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para estudantes universitários.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5391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A1753-09E2-8A2F-8720-B4D9C54E0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337544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1757</TotalTime>
  <Words>261</Words>
  <Application>Microsoft Macintosh PowerPoint</Application>
  <PresentationFormat>Ecrã Panorâmico</PresentationFormat>
  <Paragraphs>35</Paragraphs>
  <Slides>8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6" baseType="lpstr">
      <vt:lpstr>-webkit-standard</vt:lpstr>
      <vt:lpstr>Aptos</vt:lpstr>
      <vt:lpstr>Arial</vt:lpstr>
      <vt:lpstr>Times New Roman</vt:lpstr>
      <vt:lpstr>Tw Cen MT</vt:lpstr>
      <vt:lpstr>Tw Cen MT Condensed</vt:lpstr>
      <vt:lpstr>Wingdings 3</vt:lpstr>
      <vt:lpstr>Integral</vt:lpstr>
      <vt:lpstr>Apresentação do PowerPoint</vt:lpstr>
      <vt:lpstr>IDEIA DO PROJETO</vt:lpstr>
      <vt:lpstr>Problema e Solução</vt:lpstr>
      <vt:lpstr>O que já esta feito</vt:lpstr>
      <vt:lpstr>EM DESENVOLVIMENTO</vt:lpstr>
      <vt:lpstr>PERSONAS</vt:lpstr>
      <vt:lpstr>CONCLUSÃO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Deodato Luzayadio</dc:creator>
  <cp:lastModifiedBy>Deodato Luzayadio</cp:lastModifiedBy>
  <cp:revision>5</cp:revision>
  <dcterms:created xsi:type="dcterms:W3CDTF">2025-11-08T07:33:45Z</dcterms:created>
  <dcterms:modified xsi:type="dcterms:W3CDTF">2025-11-25T10:39:58Z</dcterms:modified>
</cp:coreProperties>
</file>